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57c4e63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57c4e63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7c4e63f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7c4e63f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57c4e63fa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57c4e63f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57c4e63fa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57c4e63f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57c4e63f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57c4e63f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c65f826f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c65f826f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57c4e63f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57c4e63f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57c4e63f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57c4e63f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57c4e63fa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57c4e63fa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57c4e63fa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57c4e63fa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57c4e63fa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57c4e63fa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57c4e63fa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57c4e63f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57c4e63fa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57c4e63f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c65f826f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c65f826f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57c4e63fa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57c4e63f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57c4e63fa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57c4e63fa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c65f826f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c65f826f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57c4e63fa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57c4e63fa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57c4e63fa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57c4e63fa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c65f826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7c65f82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5300" y="238125"/>
            <a:ext cx="8520600" cy="169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Асинхронность в JavaScript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22325" y="2877900"/>
            <a:ext cx="4450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Программирование на JavaScript</a:t>
            </a:r>
            <a:br>
              <a:rPr lang="ru" sz="4291"/>
            </a:br>
            <a:r>
              <a:rPr lang="ru" sz="4291"/>
              <a:t>Преподаватель: Исанькин М.А.</a:t>
            </a:r>
            <a:br>
              <a:rPr lang="ru" sz="4291"/>
            </a:br>
            <a:br>
              <a:rPr lang="ru" sz="4291"/>
            </a:br>
            <a:r>
              <a:rPr lang="ru" sz="4291"/>
              <a:t>09.03.01 ИВТ ПИТТП</a:t>
            </a:r>
            <a:endParaRPr sz="429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Группа 6310</a:t>
            </a:r>
            <a:br>
              <a:rPr lang="ru"/>
            </a:br>
            <a:br>
              <a:rPr lang="ru"/>
            </a:br>
            <a:r>
              <a:rPr lang="ru" sz="4291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Синхронный vs Асинхронный код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60650" y="2378425"/>
            <a:ext cx="7708500" cy="184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Синхронный код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'Начало'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'Середина'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'Конец'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Асинхронный код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'Начало'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setTimeout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'Середина'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1000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'Конец'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360650" y="854450"/>
            <a:ext cx="758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Синхронный код: Выполняется построчно, каждая следующая операция ждет завершения предыдущей.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Асинхронный код: Операции могут выполняться "в фоне", не блокируя основной поток выполнения.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Зачем нужна асинхронность?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360650" y="854450"/>
            <a:ext cx="75861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Неблокирующее выполнение: Интерфейс остается отзывчивым даже во время долгих операций.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Эффективность: Пока одна операция ждет (например, ответ от сервера), другие могут выполняться.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Работа с событиями: Обработка пользовательских действий, таймеров, сетевых запросов.</a:t>
            </a:r>
            <a:br>
              <a:rPr lang="ru" sz="1800">
                <a:solidFill>
                  <a:srgbClr val="595959"/>
                </a:solidFill>
              </a:rPr>
            </a:br>
            <a:br>
              <a:rPr lang="ru" sz="1800">
                <a:solidFill>
                  <a:srgbClr val="595959"/>
                </a:solidFill>
              </a:rPr>
            </a:br>
            <a:r>
              <a:rPr b="1" lang="ru" sz="1800">
                <a:solidFill>
                  <a:srgbClr val="595959"/>
                </a:solidFill>
              </a:rPr>
              <a:t>Примеры асинхронных операций:</a:t>
            </a:r>
            <a:endParaRPr b="1"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Сетевые запросы (AJAX, Fetch API)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Таймеры (setTimeout, setInterval)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Работа с файловой системой (в Node.js)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Обработка событий (клики, наведение мыши)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выполнения JavaScript: Call Stack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124250" y="854450"/>
            <a:ext cx="48951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Call Stack (Стек вызовов): Структура данных, которая отслеживает текущие выполняющиеся функции.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При вызове функции она добавляется в стек.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При завершении функции она извлекается из стека.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JavaScript однопоточный — в любой момент времени выполняется только одна операция.</a:t>
            </a:r>
            <a:br>
              <a:rPr lang="ru" sz="1800">
                <a:solidFill>
                  <a:srgbClr val="595959"/>
                </a:solidFill>
              </a:rPr>
            </a:br>
            <a:br>
              <a:rPr lang="ru" sz="1800">
                <a:solidFill>
                  <a:srgbClr val="595959"/>
                </a:solidFill>
              </a:rPr>
            </a:br>
            <a:endParaRPr sz="1800">
              <a:solidFill>
                <a:srgbClr val="595959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200" y="813075"/>
            <a:ext cx="3856200" cy="386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выполнения: Web APIs и Callback Queue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360650" y="854450"/>
            <a:ext cx="7586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Web APIs: Браузерные API, предоставляемые средой выполнения (не часть JavaScript).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Callback Queue (Очередь callback'ов): Очередь функций, ожидающих выполнения.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Event Loop: Механизм, который постоянно проверяет, пуст ли Call Stack, и если да, перемещает функции из Callback Queue в Call Stack.</a:t>
            </a:r>
            <a:br>
              <a:rPr lang="ru" sz="1800">
                <a:solidFill>
                  <a:srgbClr val="595959"/>
                </a:solidFill>
              </a:rPr>
            </a:br>
            <a:br>
              <a:rPr lang="ru" sz="1800">
                <a:solidFill>
                  <a:srgbClr val="595959"/>
                </a:solidFill>
              </a:rPr>
            </a:b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108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50900"/>
              <a:buFont typeface="Arial"/>
              <a:buNone/>
            </a:pPr>
            <a:r>
              <a:rPr lang="ru" sz="1945">
                <a:highlight>
                  <a:schemeClr val="lt1"/>
                </a:highlight>
              </a:rPr>
              <a:t>Event loop</a:t>
            </a:r>
            <a:endParaRPr b="1" sz="2530">
              <a:solidFill>
                <a:srgbClr val="A9B7C6"/>
              </a:solidFill>
              <a:highlight>
                <a:srgbClr val="2B2B2B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600" y="680825"/>
            <a:ext cx="5974081" cy="43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Event Loop в действии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268225" y="813075"/>
            <a:ext cx="7708500" cy="100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'Начало'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setTimeout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'Таймер'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'Конец'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329425" y="1884400"/>
            <a:ext cx="7586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console.log('Начало') добавляется в стек и выполняется.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setTimeout добавляется в стек, передается Web API, извлекается из стека.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console.log('Конец') добавляется в стек и выполняется.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Таймер с нулевой задержкой готов, callback помещается в очередь.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Event Loop видит пустой стек и перемещает callback в стек.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console.log('Таймер') выполняется.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Таймеры: setTimeout и setInterval</a:t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360650" y="2701550"/>
            <a:ext cx="7708500" cy="23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setTimeout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timeoutId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setTimeout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'Выполнится через 2 секунды'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2000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setInterval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intervalId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setInterval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'Выполняется каждую секунду'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1000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Остановка таймеров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clearTimeout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timeoutId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clearInterval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intervalId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360650" y="854450"/>
            <a:ext cx="7586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setTimeout(callback, delay): Выполняет callback один раз после указанной задержки.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setInterval(callback, interval): Выполняет callback повторно с указанным интервалом.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Оба возвращают идентификатор таймера, который можно использовать для отмены.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Callback Functions</a:t>
            </a:r>
            <a:endParaRPr/>
          </a:p>
        </p:txBody>
      </p:sp>
      <p:sp>
        <p:nvSpPr>
          <p:cNvPr id="114" name="Google Shape;114;p21"/>
          <p:cNvSpPr txBox="1"/>
          <p:nvPr/>
        </p:nvSpPr>
        <p:spPr>
          <a:xfrm>
            <a:off x="360650" y="2701550"/>
            <a:ext cx="7708500" cy="23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Синхронный callback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doHomework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subject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callback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`Начинаю делать лабу по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subject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callback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finishedHomework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'Закончил делать домашку'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doHomework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'js'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finishedHomework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Асинхронный callback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getElementById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'button'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addEventListener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'click'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'Кнопка нажата!'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);});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360650" y="854450"/>
            <a:ext cx="7586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Callback (функция обратного вызова): Функция, передаваемая в другую функцию для последующего вызова.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Основной механизм работы с асинхронностью в традиционном JavaScript.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Используются в таймерах, обработчиках событий, AJAX-запросах.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Callback Hell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360650" y="2701550"/>
            <a:ext cx="7708500" cy="184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getPosts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posts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getComments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posts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comments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getLikes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comments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likes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likes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И так далее...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4" name="Google Shape;124;p22"/>
          <p:cNvSpPr txBox="1"/>
          <p:nvPr/>
        </p:nvSpPr>
        <p:spPr>
          <a:xfrm>
            <a:off x="360650" y="854450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Callback Hell: Ситуация, когда множество асинхронных операций зависят друг от друга, создавая глубокую вложенность.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Приводит к коду, который трудно читать, поддерживать и отлаживать.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Также известен как "Pyramid of Doom" (Пирамида Смерти).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Промисы (Promises) — спасение от ада</a:t>
            </a:r>
            <a:endParaRPr/>
          </a:p>
        </p:txBody>
      </p:sp>
      <p:sp>
        <p:nvSpPr>
          <p:cNvPr id="130" name="Google Shape;130;p23"/>
          <p:cNvSpPr txBox="1"/>
          <p:nvPr/>
        </p:nvSpPr>
        <p:spPr>
          <a:xfrm>
            <a:off x="311700" y="2886425"/>
            <a:ext cx="7708500" cy="201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promise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Promise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resolve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reject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Асинхронная операция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setTimeout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success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Math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random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0.5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success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resolve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'Данные успешно получены'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reject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'Ошибка загрузки данных'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1000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311700" y="669575"/>
            <a:ext cx="7586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Promise (Обещание): Объект, представляющий результат асинхронной операции.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Может находиться в одном из трех состояний:</a:t>
            </a:r>
            <a:endParaRPr sz="1800">
              <a:solidFill>
                <a:srgbClr val="59595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ru" sz="1800">
                <a:solidFill>
                  <a:srgbClr val="595959"/>
                </a:solidFill>
              </a:rPr>
              <a:t>pending (ожидание)</a:t>
            </a:r>
            <a:endParaRPr sz="1800">
              <a:solidFill>
                <a:srgbClr val="59595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ru" sz="1800">
                <a:solidFill>
                  <a:srgbClr val="595959"/>
                </a:solidFill>
              </a:rPr>
              <a:t>fulfilled (выполнено успешно)</a:t>
            </a:r>
            <a:endParaRPr sz="1800">
              <a:solidFill>
                <a:srgbClr val="59595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ru" sz="1800">
                <a:solidFill>
                  <a:srgbClr val="595959"/>
                </a:solidFill>
              </a:rPr>
              <a:t>rejected (выполнено с ошибкой)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Позволяют организовать асинхронный код в цепочку.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Цепочки промисов (Promise Chaining)</a:t>
            </a:r>
            <a:endParaRPr/>
          </a:p>
        </p:txBody>
      </p:sp>
      <p:sp>
        <p:nvSpPr>
          <p:cNvPr id="138" name="Google Shape;138;p24"/>
          <p:cNvSpPr txBox="1"/>
          <p:nvPr/>
        </p:nvSpPr>
        <p:spPr>
          <a:xfrm>
            <a:off x="311700" y="2101225"/>
            <a:ext cx="7708500" cy="150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getPosts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posts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getComments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posts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comments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getLikes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comments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likes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likes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'Ошибка:'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error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'Операция завершена'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));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0" name="Google Shape;140;p24"/>
          <p:cNvSpPr txBox="1"/>
          <p:nvPr/>
        </p:nvSpPr>
        <p:spPr>
          <a:xfrm>
            <a:off x="311700" y="813075"/>
            <a:ext cx="75861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then(): Обрабатывает успешное выполнение промиса.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catch(): Обрабатывает ошибки в цепочке промисов.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finally(): Выполняется в любом случае, после then/catch.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Promise.all и Promise.race</a:t>
            </a:r>
            <a:endParaRPr/>
          </a:p>
        </p:txBody>
      </p:sp>
      <p:sp>
        <p:nvSpPr>
          <p:cNvPr id="146" name="Google Shape;146;p25"/>
          <p:cNvSpPr txBox="1"/>
          <p:nvPr/>
        </p:nvSpPr>
        <p:spPr>
          <a:xfrm>
            <a:off x="423925" y="2290200"/>
            <a:ext cx="7708500" cy="285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Ожидаем выполнения всех промисов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Promise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all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([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getPosts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getComments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()])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(([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posts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comments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'Все данные загружены'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'Один из запросов failed'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Ожидаем первый завершенный промис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Promise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race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([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timeout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5000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)])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'Победил:'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result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C699E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8" name="Google Shape;148;p25"/>
          <p:cNvSpPr txBox="1"/>
          <p:nvPr/>
        </p:nvSpPr>
        <p:spPr>
          <a:xfrm>
            <a:off x="311700" y="695975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Promise.all([promises]): Ожидает выполнения всех промисов.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Promise.race([promises]): Ожидает выполнения первого завершенного промиса.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Promise.allSettled([promises]): Ожидает завершения всех промисов (успех или ошибка).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Fetch API — современный способ HTTP-запросов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750" y="846975"/>
            <a:ext cx="6237651" cy="410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26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Fetch API — современный способ HTTP-запросов</a:t>
            </a:r>
            <a:endParaRPr/>
          </a:p>
        </p:txBody>
      </p:sp>
      <p:sp>
        <p:nvSpPr>
          <p:cNvPr id="161" name="Google Shape;161;p27"/>
          <p:cNvSpPr txBox="1"/>
          <p:nvPr/>
        </p:nvSpPr>
        <p:spPr>
          <a:xfrm>
            <a:off x="450850" y="1588450"/>
            <a:ext cx="7708500" cy="352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Простой GET-запрос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fetch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'https://api.hh.ru/cors'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response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response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throw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'Ошибка сети'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response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json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Парсим JSON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'Ошибка:'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error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POST-запрос с данными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fetch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'https://api.hh.ru/cors'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method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'POST'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headers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'Content-Type'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'application/json'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},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JSON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stringify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'John'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30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response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response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json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));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3" name="Google Shape;163;p27"/>
          <p:cNvSpPr txBox="1"/>
          <p:nvPr/>
        </p:nvSpPr>
        <p:spPr>
          <a:xfrm>
            <a:off x="311700" y="392825"/>
            <a:ext cx="758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fetch(url, options): Современный API для HTTP-запросов, возвращает промис.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 умолчанию выполняет GET-запрос.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Возвращает промис, который разрешается объектом Response.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56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Async/Await — синтаксический сахар</a:t>
            </a:r>
            <a:endParaRPr/>
          </a:p>
        </p:txBody>
      </p:sp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0550" y="629200"/>
            <a:ext cx="4154550" cy="429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311700" y="56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Async/Await — синтаксический сахар</a:t>
            </a:r>
            <a:endParaRPr/>
          </a:p>
        </p:txBody>
      </p:sp>
      <p:sp>
        <p:nvSpPr>
          <p:cNvPr id="176" name="Google Shape;176;p29"/>
          <p:cNvSpPr txBox="1"/>
          <p:nvPr/>
        </p:nvSpPr>
        <p:spPr>
          <a:xfrm>
            <a:off x="281875" y="2035225"/>
            <a:ext cx="7708500" cy="302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Старый способ с промисами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getData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getPosts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posts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getComments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posts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Новый способ с async/await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async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getData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user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posts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getPosts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comments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getComments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posts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].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comments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'Ошибка:'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error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7" name="Google Shape;17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8" name="Google Shape;178;p29"/>
          <p:cNvSpPr txBox="1"/>
          <p:nvPr/>
        </p:nvSpPr>
        <p:spPr>
          <a:xfrm>
            <a:off x="222525" y="530200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async: Объявляет асинхронную функцию, которая всегда возвращает промис.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await: Приостанавливает выполнение async-функции до разрешения промиса.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Позволяет писать асинхронный код в синхронном стиле.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Обработка ошибок в Async/Await</a:t>
            </a:r>
            <a:endParaRPr/>
          </a:p>
        </p:txBody>
      </p:sp>
      <p:sp>
        <p:nvSpPr>
          <p:cNvPr id="184" name="Google Shape;184;p30"/>
          <p:cNvSpPr txBox="1"/>
          <p:nvPr/>
        </p:nvSpPr>
        <p:spPr>
          <a:xfrm>
            <a:off x="336550" y="2050400"/>
            <a:ext cx="7708500" cy="251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async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loadData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response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fetch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'https://api.hh.ru/cors'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response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ok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throw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'Ошибка HTTP: '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response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status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data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await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response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json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catch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'Не удалось загрузить данные:'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error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'Запрос завершен'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5" name="Google Shape;18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6" name="Google Shape;186;p30"/>
          <p:cNvSpPr txBox="1"/>
          <p:nvPr/>
        </p:nvSpPr>
        <p:spPr>
          <a:xfrm>
            <a:off x="232475" y="728975"/>
            <a:ext cx="758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Для обработки ошибок используется конструкция try/catch.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try: Блок кода, в котором могут возникнуть ошибки.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catch: Блок для обработки ошибок.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finally: Блок, который выполняется в любом случае.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311700" y="24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 лекции</a:t>
            </a:r>
            <a:endParaRPr/>
          </a:p>
        </p:txBody>
      </p:sp>
      <p:sp>
        <p:nvSpPr>
          <p:cNvPr id="192" name="Google Shape;19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3" name="Google Shape;193;p31"/>
          <p:cNvSpPr txBox="1"/>
          <p:nvPr/>
        </p:nvSpPr>
        <p:spPr>
          <a:xfrm>
            <a:off x="360650" y="854450"/>
            <a:ext cx="7586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Поняли разницу между синхронным и асинхронным кодом.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Разобрались с моделью выполнения JavaScript: Call Stack, Web APIs, Callback Queue, Event Loop.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Изучили таймеры: setTimeout и setInterval.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Познакомились с проблемой Callback Hell.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Освоили промисы и цепочки промисов.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Научились делать HTTP-запросы с помощью Fetch API.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Освоили современный синтаксис Async/Await.</a:t>
            </a:r>
            <a:br>
              <a:rPr lang="ru" sz="1800">
                <a:solidFill>
                  <a:srgbClr val="595959"/>
                </a:solidFill>
              </a:rPr>
            </a:br>
            <a:br>
              <a:rPr lang="ru" sz="1800">
                <a:solidFill>
                  <a:srgbClr val="595959"/>
                </a:solidFill>
              </a:rPr>
            </a:b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/>
        </p:nvSpPr>
        <p:spPr>
          <a:xfrm>
            <a:off x="411025" y="352325"/>
            <a:ext cx="268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Вопросы?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99" name="Google Shape;199;p32"/>
          <p:cNvSpPr/>
          <p:nvPr/>
        </p:nvSpPr>
        <p:spPr>
          <a:xfrm>
            <a:off x="6137925" y="4595175"/>
            <a:ext cx="397200" cy="20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4125" y="238550"/>
            <a:ext cx="4510025" cy="481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