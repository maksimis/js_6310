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c93ef6f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c93ef6f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83f9de54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83f9de54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83f9de54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83f9de54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83f9de54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83f9de54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ee2fe7d3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ee2fe7d3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6418cd4d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6418cd4d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418cd4d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418cd4d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83f9de5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83f9de5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6418cd4d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6418cd4d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6418cd4d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6418cd4d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0ff886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10ff886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6418cd4d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6418cd4d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6418cd4d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6418cd4d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6418cd4d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6418cd4d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6418cd4d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6418cd4d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6418cd4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6418cd4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6418cd4d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6418cd4d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6418cd4d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6418cd4d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6418cd4d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6418cd4d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6418cd4d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6418cd4d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a9b95344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a9b95344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83f9de545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a83f9de54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a9b95344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a9b95344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gif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gif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gif"/><Relationship Id="rId4" Type="http://schemas.openxmlformats.org/officeDocument/2006/relationships/image" Target="../media/image21.gif"/><Relationship Id="rId5" Type="http://schemas.openxmlformats.org/officeDocument/2006/relationships/image" Target="../media/image7.gif"/><Relationship Id="rId6" Type="http://schemas.openxmlformats.org/officeDocument/2006/relationships/image" Target="../media/image16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gif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gif"/><Relationship Id="rId4" Type="http://schemas.openxmlformats.org/officeDocument/2006/relationships/image" Target="../media/image19.gif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base-ui.com/react/overview/quick-st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05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Basic UI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62" name="Google Shape;62;p14" title="Инпут.gif"/>
          <p:cNvPicPr preferRelativeResize="0"/>
          <p:nvPr/>
        </p:nvPicPr>
        <p:blipFill rotWithShape="1">
          <a:blip r:embed="rId3">
            <a:alphaModFix/>
          </a:blip>
          <a:srcRect b="24220" l="0" r="0" t="23514"/>
          <a:stretch/>
        </p:blipFill>
        <p:spPr>
          <a:xfrm>
            <a:off x="2072025" y="1702124"/>
            <a:ext cx="4498150" cy="13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69" name="Google Shape;69;p15" title="Снимок экрана 2025-11-22 1038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525" y="1516325"/>
            <a:ext cx="44958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76" name="Google Shape;76;p16" title="Снимок экрана 2025-11-22 103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8450" y="1042825"/>
            <a:ext cx="4629150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2250" y="1145825"/>
            <a:ext cx="2942500" cy="207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 title="Чекбокс.gif"/>
          <p:cNvPicPr preferRelativeResize="0"/>
          <p:nvPr/>
        </p:nvPicPr>
        <p:blipFill rotWithShape="1">
          <a:blip r:embed="rId4">
            <a:alphaModFix/>
          </a:blip>
          <a:srcRect b="27511" l="0" r="0" t="22839"/>
          <a:stretch/>
        </p:blipFill>
        <p:spPr>
          <a:xfrm>
            <a:off x="556575" y="1525675"/>
            <a:ext cx="3901325" cy="109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0200" y="1215000"/>
            <a:ext cx="3722125" cy="28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98" name="Google Shape;98;p19" title="Селект.gif"/>
          <p:cNvPicPr preferRelativeResize="0"/>
          <p:nvPr/>
        </p:nvPicPr>
        <p:blipFill rotWithShape="1">
          <a:blip r:embed="rId3">
            <a:alphaModFix/>
          </a:blip>
          <a:srcRect b="0" l="19322" r="19396" t="0"/>
          <a:stretch/>
        </p:blipFill>
        <p:spPr>
          <a:xfrm>
            <a:off x="2668325" y="1132400"/>
            <a:ext cx="3250651" cy="298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05" name="Google Shape;105;p20" title="Комбобокс.gif"/>
          <p:cNvPicPr preferRelativeResize="0"/>
          <p:nvPr/>
        </p:nvPicPr>
        <p:blipFill rotWithShape="1">
          <a:blip r:embed="rId3">
            <a:alphaModFix/>
          </a:blip>
          <a:srcRect b="22076" l="20060" r="21560" t="0"/>
          <a:stretch/>
        </p:blipFill>
        <p:spPr>
          <a:xfrm>
            <a:off x="454675" y="841725"/>
            <a:ext cx="4524000" cy="34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12" name="Google Shape;112;p21" title="автокомплит.gif"/>
          <p:cNvPicPr preferRelativeResize="0"/>
          <p:nvPr/>
        </p:nvPicPr>
        <p:blipFill rotWithShape="1">
          <a:blip r:embed="rId3">
            <a:alphaModFix/>
          </a:blip>
          <a:srcRect b="21297" l="12363" r="11977" t="0"/>
          <a:stretch/>
        </p:blipFill>
        <p:spPr>
          <a:xfrm>
            <a:off x="1506425" y="961750"/>
            <a:ext cx="5465250" cy="320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19" name="Google Shape;119;p22" title="НамберИнпут.gif"/>
          <p:cNvPicPr preferRelativeResize="0"/>
          <p:nvPr/>
        </p:nvPicPr>
        <p:blipFill rotWithShape="1">
          <a:blip r:embed="rId3">
            <a:alphaModFix/>
          </a:blip>
          <a:srcRect b="10420" l="0" r="0" t="11351"/>
          <a:stretch/>
        </p:blipFill>
        <p:spPr>
          <a:xfrm>
            <a:off x="1526525" y="1424650"/>
            <a:ext cx="4057650" cy="17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0100" y="765600"/>
            <a:ext cx="3244085" cy="415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33" name="Google Shape;133;p24" title="Аккордион.gif"/>
          <p:cNvPicPr preferRelativeResize="0"/>
          <p:nvPr/>
        </p:nvPicPr>
        <p:blipFill rotWithShape="1">
          <a:blip r:embed="rId3">
            <a:alphaModFix/>
          </a:blip>
          <a:srcRect b="0" l="2272" r="1444" t="0"/>
          <a:stretch/>
        </p:blipFill>
        <p:spPr>
          <a:xfrm>
            <a:off x="1525675" y="932700"/>
            <a:ext cx="6375550" cy="373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40" name="Google Shape;140;p25" title="Тултип.gif"/>
          <p:cNvPicPr preferRelativeResize="0"/>
          <p:nvPr/>
        </p:nvPicPr>
        <p:blipFill rotWithShape="1">
          <a:blip r:embed="rId3">
            <a:alphaModFix/>
          </a:blip>
          <a:srcRect b="0" l="4654" r="6702" t="0"/>
          <a:stretch/>
        </p:blipFill>
        <p:spPr>
          <a:xfrm>
            <a:off x="2556275" y="1428750"/>
            <a:ext cx="35969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18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47" name="Google Shape;147;p26" title="Поповер.gif"/>
          <p:cNvPicPr preferRelativeResize="0"/>
          <p:nvPr/>
        </p:nvPicPr>
        <p:blipFill rotWithShape="1">
          <a:blip r:embed="rId3">
            <a:alphaModFix/>
          </a:blip>
          <a:srcRect b="0" l="5204" r="6144" t="0"/>
          <a:stretch/>
        </p:blipFill>
        <p:spPr>
          <a:xfrm>
            <a:off x="2192550" y="1508600"/>
            <a:ext cx="35969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54" name="Google Shape;154;p27" title="Тост.gif"/>
          <p:cNvPicPr preferRelativeResize="0"/>
          <p:nvPr/>
        </p:nvPicPr>
        <p:blipFill rotWithShape="1">
          <a:blip r:embed="rId3">
            <a:alphaModFix/>
          </a:blip>
          <a:srcRect b="0" l="1944" r="1354" t="0"/>
          <a:stretch/>
        </p:blipFill>
        <p:spPr>
          <a:xfrm>
            <a:off x="687075" y="831650"/>
            <a:ext cx="6496775" cy="37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60" name="Google Shape;160;p28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61" name="Google Shape;161;p28" title="Поповер.gif"/>
          <p:cNvPicPr preferRelativeResize="0"/>
          <p:nvPr/>
        </p:nvPicPr>
        <p:blipFill rotWithShape="1">
          <a:blip r:embed="rId3">
            <a:alphaModFix/>
          </a:blip>
          <a:srcRect b="0" l="8790" r="6205" t="0"/>
          <a:stretch/>
        </p:blipFill>
        <p:spPr>
          <a:xfrm>
            <a:off x="1242775" y="850700"/>
            <a:ext cx="2596700" cy="172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8" title="Тултип.gif"/>
          <p:cNvPicPr preferRelativeResize="0"/>
          <p:nvPr/>
        </p:nvPicPr>
        <p:blipFill rotWithShape="1">
          <a:blip r:embed="rId4">
            <a:alphaModFix/>
          </a:blip>
          <a:srcRect b="0" l="4576" r="7256" t="0"/>
          <a:stretch/>
        </p:blipFill>
        <p:spPr>
          <a:xfrm>
            <a:off x="4940800" y="809250"/>
            <a:ext cx="2758350" cy="1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8" title="Диалог.gif"/>
          <p:cNvPicPr preferRelativeResize="0"/>
          <p:nvPr/>
        </p:nvPicPr>
        <p:blipFill rotWithShape="1">
          <a:blip r:embed="rId5">
            <a:alphaModFix/>
          </a:blip>
          <a:srcRect b="0" l="11300" r="12300" t="0"/>
          <a:stretch/>
        </p:blipFill>
        <p:spPr>
          <a:xfrm>
            <a:off x="1172050" y="2810825"/>
            <a:ext cx="2596700" cy="1914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 title="Тост.gif"/>
          <p:cNvPicPr preferRelativeResize="0"/>
          <p:nvPr/>
        </p:nvPicPr>
        <p:blipFill rotWithShape="1">
          <a:blip r:embed="rId6">
            <a:alphaModFix/>
          </a:blip>
          <a:srcRect b="0" l="4583" r="2081" t="0"/>
          <a:stretch/>
        </p:blipFill>
        <p:spPr>
          <a:xfrm>
            <a:off x="4940800" y="2638550"/>
            <a:ext cx="2920000" cy="1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0" name="Google Shape;170;p29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71" name="Google Shape;171;p29" title="КонтекстМеню.gif"/>
          <p:cNvPicPr preferRelativeResize="0"/>
          <p:nvPr/>
        </p:nvPicPr>
        <p:blipFill rotWithShape="1">
          <a:blip r:embed="rId3">
            <a:alphaModFix/>
          </a:blip>
          <a:srcRect b="0" l="22635" r="24080" t="0"/>
          <a:stretch/>
        </p:blipFill>
        <p:spPr>
          <a:xfrm>
            <a:off x="2637100" y="983225"/>
            <a:ext cx="3480751" cy="36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78" name="Google Shape;178;p30" title="Меню.gif"/>
          <p:cNvPicPr preferRelativeResize="0"/>
          <p:nvPr/>
        </p:nvPicPr>
        <p:blipFill rotWithShape="1">
          <a:blip r:embed="rId3">
            <a:alphaModFix/>
          </a:blip>
          <a:srcRect b="0" l="21145" r="21581" t="0"/>
          <a:stretch/>
        </p:blipFill>
        <p:spPr>
          <a:xfrm>
            <a:off x="2808850" y="983200"/>
            <a:ext cx="3445425" cy="33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84" name="Google Shape;184;p31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85" name="Google Shape;185;p31" title="Менюбар.gif"/>
          <p:cNvPicPr preferRelativeResize="0"/>
          <p:nvPr/>
        </p:nvPicPr>
        <p:blipFill rotWithShape="1">
          <a:blip r:embed="rId3">
            <a:alphaModFix/>
          </a:blip>
          <a:srcRect b="0" l="17366" r="17736" t="0"/>
          <a:stretch/>
        </p:blipFill>
        <p:spPr>
          <a:xfrm>
            <a:off x="1972975" y="745600"/>
            <a:ext cx="4721525" cy="40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192" name="Google Shape;192;p32" title="Тогл.gif"/>
          <p:cNvPicPr preferRelativeResize="0"/>
          <p:nvPr/>
        </p:nvPicPr>
        <p:blipFill rotWithShape="1">
          <a:blip r:embed="rId3">
            <a:alphaModFix/>
          </a:blip>
          <a:srcRect b="0" l="19311" r="20585" t="0"/>
          <a:stretch/>
        </p:blipFill>
        <p:spPr>
          <a:xfrm>
            <a:off x="545250" y="1104275"/>
            <a:ext cx="24389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 title="Тоглгруп.gif"/>
          <p:cNvPicPr preferRelativeResize="0"/>
          <p:nvPr/>
        </p:nvPicPr>
        <p:blipFill rotWithShape="1">
          <a:blip r:embed="rId4">
            <a:alphaModFix/>
          </a:blip>
          <a:srcRect b="0" l="5505" r="2430" t="0"/>
          <a:stretch/>
        </p:blipFill>
        <p:spPr>
          <a:xfrm>
            <a:off x="4494625" y="1104275"/>
            <a:ext cx="3735701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50" y="1024025"/>
            <a:ext cx="87058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106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Квиз. Что это за компонент?</a:t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4450" y="1406925"/>
            <a:ext cx="3439400" cy="189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13" name="Google Shape;213;p35">
            <a:hlinkClick r:id="rId3"/>
          </p:cNvPr>
          <p:cNvSpPr txBox="1"/>
          <p:nvPr/>
        </p:nvSpPr>
        <p:spPr>
          <a:xfrm>
            <a:off x="383150" y="338950"/>
            <a:ext cx="411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https://base-ui.com/react/overview/quick-start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