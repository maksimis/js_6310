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93ef6f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93ef6f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ca037969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ca037969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ca037969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ca037969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ca03796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ca03796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e2fe7d3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e2fe7d3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ee2fe7d3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ee2fe7d3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ca037969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ca037969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a037969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ca037969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ee2fe7d3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ee2fe7d3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act.dev/lear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typescriptlang.org/docs/handbook/typescript-in-5-minutes.html" TargetMode="External"/><Relationship Id="rId4" Type="http://schemas.openxmlformats.org/officeDocument/2006/relationships/hyperlink" Target="https://vite.dev/" TargetMode="External"/><Relationship Id="rId5" Type="http://schemas.openxmlformats.org/officeDocument/2006/relationships/hyperlink" Target="https://eslint.org/" TargetMode="External"/><Relationship Id="rId6" Type="http://schemas.openxmlformats.org/officeDocument/2006/relationships/hyperlink" Target="https://jestjs.io/" TargetMode="External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eactrouter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0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+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React?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32525" y="535650"/>
            <a:ext cx="690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React — JavaScript-библиотека для создания UI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Разработана Facebook (Meta) в 2013 году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Компонентный подход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Виртуальный DOM для эффективного обновления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Однонаправленный поток данных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Основные концепции: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42175" y="2295275"/>
            <a:ext cx="6568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🧩 Компоненты — строительные блоки приложения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♻️ Re-rendering — эффективное обновление интерфейса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📦 Props — передача данных между компонентами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🎯 State — внутреннее состояние компонентов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85500" y="4135200"/>
            <a:ext cx="50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u="sng">
                <a:solidFill>
                  <a:schemeClr val="hlink"/>
                </a:solidFill>
                <a:hlinkClick r:id="rId3"/>
              </a:rPr>
              <a:t>https://react.dev/learn</a:t>
            </a:r>
            <a:endParaRPr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07375" y="147800"/>
            <a:ext cx="480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с </a:t>
            </a:r>
            <a:r>
              <a:rPr lang="ru"/>
              <a:t>TypeScript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21275" y="598125"/>
            <a:ext cx="513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Создание React + TypeScript проекта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компонентов и props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TypeScript с JSX (.tsx файлы)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50"/>
              <a:buChar char="●"/>
            </a:pPr>
            <a:r>
              <a:rPr lang="ru" sz="1750" u="sng">
                <a:solidFill>
                  <a:schemeClr val="hlink"/>
                </a:solidFill>
                <a:hlinkClick r:id="rId3"/>
              </a:rPr>
              <a:t>https://www.typescriptlang.org/docs/handbook/typescript-in-5-minutes.html</a:t>
            </a:r>
            <a:endParaRPr sz="1750">
              <a:solidFill>
                <a:schemeClr val="accent1"/>
              </a:solidFill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175025" y="2241600"/>
            <a:ext cx="480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библиотеки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376575" y="2814300"/>
            <a:ext cx="40563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Vite - сборщик</a:t>
            </a:r>
            <a:r>
              <a:rPr lang="ru" sz="1750" u="sng">
                <a:solidFill>
                  <a:schemeClr val="hlink"/>
                </a:solidFill>
                <a:hlinkClick r:id="rId4"/>
              </a:rPr>
              <a:t> https://vite.dev/</a:t>
            </a:r>
            <a:endParaRPr sz="1750">
              <a:solidFill>
                <a:schemeClr val="accent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Eslint - качество кода </a:t>
            </a:r>
            <a:r>
              <a:rPr lang="ru" sz="1750" u="sng">
                <a:solidFill>
                  <a:schemeClr val="hlink"/>
                </a:solidFill>
                <a:hlinkClick r:id="rId5"/>
              </a:rPr>
              <a:t>https://eslint.org/</a:t>
            </a:r>
            <a:endParaRPr sz="1750">
              <a:solidFill>
                <a:schemeClr val="accent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JEST - тестирование </a:t>
            </a:r>
            <a:r>
              <a:rPr lang="ru" sz="1750" u="sng">
                <a:solidFill>
                  <a:schemeClr val="hlink"/>
                </a:solidFill>
                <a:hlinkClick r:id="rId6"/>
              </a:rPr>
              <a:t>https://jestjs.io/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2850" y="152400"/>
            <a:ext cx="214326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272100" y="141325"/>
            <a:ext cx="527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Best Practices React + TypeScript</a:t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144325" y="595175"/>
            <a:ext cx="44040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функциональные компоненты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Типизируйте все props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interface для сложных объектов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Избегайте any типа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union types для ограничения значений</a:t>
            </a:r>
            <a:endParaRPr sz="15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Создавайте кастомные хуки с типами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Типизируйте события и обработчики</a:t>
            </a:r>
            <a:endParaRPr sz="1450">
              <a:solidFill>
                <a:srgbClr val="595959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2100" y="3660950"/>
            <a:ext cx="3322500" cy="11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733950" y="954675"/>
            <a:ext cx="4433700" cy="3894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ComponentProps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count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onUpdate: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'secondary'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Component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ComponentProps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onUpdate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272100" y="2963100"/>
            <a:ext cx="12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Плохо:</a:t>
            </a:r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5547000" y="381975"/>
            <a:ext cx="204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Хорошо: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Типизация компонентов и props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72100" y="609375"/>
            <a:ext cx="3740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React.FC — тип функционального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Interface для props — описание ожидаемых свойств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Children — типизация дочерних элементов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Прямой import стилевого файла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600" y="866425"/>
            <a:ext cx="4827001" cy="33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Что-то посложнее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272100" y="609375"/>
            <a:ext cx="3740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Функции в props - передача события “наверх”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Импорт стилей как модулей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325" y="165925"/>
            <a:ext cx="3270926" cy="481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использования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975" y="166973"/>
            <a:ext cx="4311625" cy="480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useState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50" y="169163"/>
            <a:ext cx="4664153" cy="480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Типизация useEffect и API запросов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272100" y="609375"/>
            <a:ext cx="4616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асинхронных функций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Обработка ошибок с TypeScript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Типы для API ответов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572000" y="735975"/>
            <a:ext cx="4433700" cy="16593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useEffect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userId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body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ApiError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message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code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PostsList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([]);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fetchPosts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throw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`HTTP error! status: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slice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Берем только 5 постов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'Unknown error'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Загрузка постов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...&lt;/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Ошибка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Последние посты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article key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article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React-router</a:t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272100" y="609375"/>
            <a:ext cx="461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 u="sng">
                <a:solidFill>
                  <a:schemeClr val="hlink"/>
                </a:solidFill>
                <a:hlinkClick r:id="rId3"/>
              </a:rPr>
              <a:t>https://reactrouter.com/</a:t>
            </a:r>
            <a:endParaRPr sz="17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6875" y="175850"/>
            <a:ext cx="5141575" cy="16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type="title"/>
          </p:nvPr>
        </p:nvSpPr>
        <p:spPr>
          <a:xfrm>
            <a:off x="272100" y="2176900"/>
            <a:ext cx="261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 mode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8500" y="2022325"/>
            <a:ext cx="3068461" cy="299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